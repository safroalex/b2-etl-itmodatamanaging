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Weather EL/ELT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• Data Quality •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Презентация проекта: Weather EL + dbt + Elementary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## 1. Проблема и цель</a:t>
            </a:r>
          </a:p>
          <a:p>
            <a:pPr/>
            <a:r>
              <a:t>Собирать снапшоты погоды (источник: API или mock fallback) и строить витрину для аналитики.</a:t>
            </a:r>
          </a:p>
          <a:p>
            <a:pPr/>
            <a:r>
              <a:t>## 2. Архитектура (high-level)</a:t>
            </a:r>
          </a:p>
          <a:p>
            <a:pPr/>
            <a:r>
              <a:t>Python service (FastAPI) генерирует/получает данные и пишет в MongoDB.</a:t>
            </a:r>
          </a:p>
          <a:p>
            <a:pPr/>
            <a:r>
              <a:t>Airflow:</a:t>
            </a:r>
          </a:p>
          <a:p>
            <a:pPr/>
            <a:r>
              <a:t>- `weather_ingest` — регулярная генерация нагрузки (вызов сервиса)</a:t>
            </a:r>
          </a:p>
          <a:p>
            <a:pPr/>
            <a:r>
              <a:t>- `el_weather` — EL: Mongo -&gt; Postgres `public.weather_raw` (JSONB) -&gt; dbt (STG/ODS/DM) -&gt; Elementary report</a:t>
            </a:r>
          </a:p>
          <a:p>
            <a:pPr/>
            <a:r>
              <a:t>Postgres:</a:t>
            </a:r>
          </a:p>
          <a:p>
            <a:pPr/>
            <a:r>
              <a:t>- Landing: `public.weather_raw` (сырые JSONB)</a:t>
            </a:r>
          </a:p>
          <a:p>
            <a:pPr/>
            <a:r>
              <a:t>- STG: `stg.stg_weather`</a:t>
            </a:r>
          </a:p>
          <a:p>
            <a:pPr/>
            <a:r>
              <a:t>- ODS: `ods.ods_weather_incremental`, `ods.ods_weather_merge`</a:t>
            </a:r>
          </a:p>
          <a:p>
            <a:pPr/>
            <a:r>
              <a:t>- DM: `dm.dm_weather_daily`</a:t>
            </a:r>
          </a:p>
          <a:p>
            <a:pPr/>
            <a:r>
              <a:t>Elementary:</a:t>
            </a:r>
          </a:p>
          <a:p>
            <a:pPr/>
            <a:r>
              <a:t>- dbt tests + anomaly tests</a:t>
            </a:r>
          </a:p>
          <a:p>
            <a:pPr/>
            <a:r>
              <a:t>- HTML отчёт (edr report)</a:t>
            </a:r>
          </a:p>
          <a:p>
            <a:pPr/>
            <a:r>
              <a:t>## 3. EL вместо ETL</a:t>
            </a:r>
          </a:p>
          <a:p>
            <a:pPr/>
            <a:r>
              <a:t>Python не делает трансформаций: только пишет raw JSON.</a:t>
            </a:r>
          </a:p>
          <a:p>
            <a:pPr/>
            <a:r>
              <a:t>Все преобразования (типизация/агрегации) делаются в dbt.</a:t>
            </a:r>
          </a:p>
          <a:p>
            <a:pPr/>
            <a:r>
              <a:t>## 4. Контроль качества</a:t>
            </a:r>
          </a:p>
          <a:p>
            <a:pPr/>
            <a:r>
              <a:t>dbt-core тесты: not_null, unique, relationships, accepted_values.</a:t>
            </a:r>
          </a:p>
          <a:p>
            <a:pPr/>
            <a:r>
              <a:t>elementary-data тесты: volume/freshness/event_freshness/column/all_columns/dimension anomalies.</a:t>
            </a:r>
          </a:p>
          <a:p>
            <a:pPr/>
            <a:r>
              <a:t>## 5. Инсайты (пример)</a:t>
            </a:r>
          </a:p>
          <a:p>
            <a:pPr/>
            <a:r>
              <a:t>Динамика средней температуры по дням.</a:t>
            </a:r>
          </a:p>
          <a:p>
            <a:pPr/>
            <a:r>
              <a:t>Дни с низким `observations_count` как индикатор деградации пайплайна.</a:t>
            </a:r>
          </a:p>
          <a:p>
            <a:pPr/>
            <a:r>
              <a:t>## 6. Артефакты для проверки</a:t>
            </a:r>
          </a:p>
          <a:p>
            <a:pPr/>
            <a:r>
              <a:t>Swagger: `http://&lt;host&gt;:8000/docs`</a:t>
            </a:r>
          </a:p>
          <a:p>
            <a:pPr/>
            <a:r>
              <a:t>Airflow: `http://&lt;host&gt;:8080` (admin/admin)</a:t>
            </a:r>
          </a:p>
          <a:p>
            <a:pPr/>
            <a:r>
              <a:t>MongoDB: `mongodb://weather:weather@&lt;host&gt;:27017/weather?authSource=admin`</a:t>
            </a:r>
          </a:p>
          <a:p>
            <a:pPr/>
            <a:r>
              <a:t>PostgreSQL: `postgresql://airflow:airflow@&lt;host&gt;:5432/analytics`</a:t>
            </a:r>
          </a:p>
          <a:p>
            <a:pPr/>
            <a:r>
              <a:t>Elementary report: `http://&lt;host&gt;:8081/elementary_report.html`</a:t>
            </a:r>
          </a:p>
          <a:p>
            <a:pPr/>
            <a:r>
              <a:t>---</a:t>
            </a:r>
          </a:p>
          <a:p>
            <a:pPr/>
            <a:r>
              <a:t>Экспорт в PDF (например):</a:t>
            </a:r>
          </a:p>
          <a:p>
            <a:pPr/>
            <a:r>
              <a:t>```bash</a:t>
            </a:r>
          </a:p>
          <a:p>
            <a:pPr/>
            <a:r>
              <a:t>pandoc presentation/presentation.md -o presentation/presentation.pdf</a:t>
            </a:r>
          </a:p>
          <a:p>
            <a:pPr/>
            <a:r>
              <a:t>```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